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WorkFree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직장인 AI 자동화 SaaS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0E7FF"/>
                </a:solidFill>
              </a:rPr>
              <a:t>"클릭 한 번으로 업무 3시간 단축"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프로젝트 소개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WorkFree는 직장인을 위한 웹 기반 AI 자동화 SaaS 플랫폼입니다.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설치 없이 브라우저에서 바로 사용 가능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반복 업무를 AI로 자동화하여 하루 2-3시간 절약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핵심 가치: "클릭 한 번으로 업무 3시간 단축"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제공 서비스 (7개 AI 도구)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1. 블로그 생성기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가격: 3C | 시간 절약: 1시간 → 10분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2. 보고서 생성기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가격: 5C | 시간 절약: 2시간 → 15분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3. 이미지 검색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가격: 1C | 시간 절약: 30분 → 3분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4. QR 생성기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3291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가격: 2C | 시간 절약: 1시간 → 5분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5. 이메일 템플릿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가격: 1C | 시간 절약: 30분 → 5분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6. 환율 알리미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가격: 2C | 시간 절약: 매일 10분 절약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5212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7. FRI 매뉴얼봇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5212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가격: 1C | 시간 절약: 20분 → 2분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효과: 월 40시간 절약 = 5일치 업무 단축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비즈니스 모델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크레딧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1 크레딧 = 1,000원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사용한 만큼만 결제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소멸 없음 (영구 보관)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패키지: 스타터(10C) ~ 프리미엄(130C)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월간 구독 (출시 예정)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0" y="20116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프리미엄: 29,900원/월 (40C/월)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팀: 99,000원/월 (10명, 200C 공유)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엔터프라이즈: 맞춤 견적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타겟 고객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주 타겟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마케팅·기획·영업 직장인 (25-40세)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페인 포인트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반복 업무에 2-3시간 소모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기존 도구는 복잡하고 비쌈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여러 도구 구독 시 월 5-10만원 지출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해결책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웹에서 즉시 사용 | 한글 완벽 지원 | 건당 결제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기술 스택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Frontend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26080" y="1371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Next.js 15, React 19, TypeScript, Tailwind CSS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Backend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Supabase (PostgreSQL), Firebase (Storage)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26080" y="30175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OpenAI GPT-4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결제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0" y="3840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Toss Payments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인프라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4663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Vercel (호스팅), AWS S3 (예정)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현재 상태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완료된 기능 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7개 AI 도구 구현 완료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크레딧 시스템 구축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결제 시스템 통합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사용자 인증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커뮤니티 게시판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피드백 시스템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Analytics 대시보드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진행 중 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베타 테스터 100명 모집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사용자 피드백 수집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게이미피케이션 고도화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성능 최적화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차별화 포인트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1. 한국형 로컬라이제이션 - 한국 직장인 업무 문화 맞춤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2. 올인원 플랫폼 - 7개 도구를 하나의 크레딧으로 사용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3. 건당 결제 - 월 구독 부담 없이 사용한 만큼만 결제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4. 노코드 - 설치 없이 웹 브라우저에서 5분 안에 시작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5. 게이미피케이션 - 레벨업, 미션, 시간 은행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시장 및 목표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시장 규모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SAM: 2,000억 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(60만 명 타겟)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목표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1차년도: 5,000명, 5,000만원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3차년도: 40,000명, 50억원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향후 계획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Phase 2 (1-3개월)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월간 구독 모델, 팀 협업, 모바일 최적화, 추가 AI 도구 5개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Phase 3 (4-6개월)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B2B 기업용 플랜, API 제공, 템플릿 마켓플레이스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Phase 4 (7-12개월)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자체 Fine-tuned AI 모델, 브라우저 확장, 시리즈A 투자 유치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"일 안 하고도 일하는 사람들의 비밀도구"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7FF"/>
                </a:solidFill>
              </a:rPr>
              <a:t>WorkFree는 직장인들이 반복 업무에서 해방되어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E0E7FF"/>
                </a:solidFill>
              </a:rPr>
              <a:t>더 가치 있는 일에 집중할 수 있도록 돕는 AI 자동화 플랫폼입니다.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현재 상태 &amp; 다음 단계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현재 상태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 MVP 완성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 베타 테스터 모집 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다음 단계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1️⃣ 베타 100명 확보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2️⃣ 정식 런칭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3️⃣ 시리즈A 투자 유치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2025-11-15T10:22:46Z</dcterms:created>
  <dcterms:modified xsi:type="dcterms:W3CDTF">2025-11-15T10:22:46Z</dcterms:modified>
</cp:coreProperties>
</file>